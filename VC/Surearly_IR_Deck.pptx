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FEMTECH · HORMONE DIAGNOSTICS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Surearly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/ Objet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 호르몬 진단, 병원 없이 현장에서 정확하게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[회사명] · Investor Deck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22792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호르몬 진단은 느리고, 비싸고, 불편하다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6888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느린 결과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0332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방문 후 결과 확인까지 [수일] 소요 — 호르몬 주기의 골든타임을 놓치기 쉬움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높은 비용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70332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1회당 [__원], 반복 측정이 필요한 특성상 누적 비용 부담이 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46888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낮은 접근성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0332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방문이 필수라 지방/원격지 여성, 바쁜 직장인은 반복 모니터링이 사실상 불가능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Surearly SMART/Objet — 현장에서, 즉시, 정확하게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1E3E6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688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정량 측정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TRF(시간분해형광) 기반 정량 분석으로 채혈·소변 검체를 현장에서 바로 정량화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1E3E63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24688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소형 기기 + 카트리지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 가능한 리더기와 1회용 시약 카트리지 조합 — 병원이 아닌 어디서든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1E3E63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4688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병원급 정확도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면역측정 표준(TRF) 기반으로, 랩 검사 수준의 신뢰도를 현장 검사(POCT) 형태로 제공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TRF(시간분해형광) 기반 정량 측정 플랫폼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5760720" cy="329184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AF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지표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AF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Surearly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2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감도 (Sensitivity)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[__%]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특이도 (Specificity)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[__%]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재현성 (CV)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[__% 이내]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 시간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[__분]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965960"/>
            <a:ext cx="4416552" cy="3291840"/>
          </a:xfrm>
          <a:prstGeom prst="roundRect">
            <a:avLst>
              <a:gd name="adj" fmla="val 3333"/>
            </a:avLst>
          </a:prstGeom>
          <a:solidFill>
            <a:srgbClr val="1632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21945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 대비 차별점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74320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랩 검사(ELISA) 대비 현장에서 즉시 결과 확인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정성 스트립 대비 정량 데이터 제공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호르몬 항목을 하나의 플랫폼에서 확장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[출원/등록] [__건] 기반 독자 검출 기술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성장하는 여성 호르몬 진단 · 펨테크 시장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$[__]B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호르몬 진단 시장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$[__]M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 가임력·펨테크 진단 시장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(3년)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$[__]M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시장 점유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성장률(CAGR) [__%] — 배란/가임력 자가진단 수요 증가, 펨테크 투자 확대가 견인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기기 판매 + 소모품 반복 매출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1E3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331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기기 (Reader)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1회성 판매 — 병·의원, 산부인과, 펨테크 파트너사에 하드웨어 공급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[__원] / 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102352" cy="3017520"/>
          </a:xfrm>
          <a:prstGeom prst="roundRect">
            <a:avLst>
              <a:gd name="adj" fmla="val 3636"/>
            </a:avLst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33172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시약 카트리지 (반복 소모품)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71800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호르몬 주기마다 반복 구매 — 진단당 과금 구조로 안정적인 재구매 매출 확보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16052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[__원] / 회당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면도기·면도날(razor-razorblade) 모델 — 기기 보급 확대가 곧 소모품 매출 성장으로 이어지는 구조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팀이 해내는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37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7744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[대표이사 성명]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06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[진단/바이오 산업 경력 __년], [주요 이력 및 학력]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057400"/>
            <a:ext cx="3337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37744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[기술이사 성명]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206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[TRF/면역측정 연구개발 경력 __년], [주요 이력 및 학력]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337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37744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[핵심 인력 성명]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[직책]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206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[경력/전문성], [주요 이력 및 학력]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지금까지의 성과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E3E6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774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3017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대전TP 과제 선정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6576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대전테크노파크(대전TP) 지원 과제 선정 — 기술 검증 및 개발비 일부 확보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E3E63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23774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3017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프로토타입 완성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6576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SMART/Objet 리더기 및 TRF 검출 프로토타입 개발 완료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E3E63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3774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3017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특허 [출원/등록]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6576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검출 방식 관련 지식재산권 [__건] 확보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투자금은 정확히 여기에 쓰입니다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56032" cy="25603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92024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2029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/ NFC 개발 외주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0299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~ 6개월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리더기 UI/UX 및 NFC 연동 카트리지 인식 시스템을 외주 개발 — 제품 완성도 및 사용자 경험 확보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256032" cy="256032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24612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33558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TRF 멀티시약 개발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3558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~ 12개월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749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항목에서 다중 호르몬 항목을 동시 검출하는 TRF 멀티시약으로 확장 — 제품 라인업 확대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256032" cy="256032"/>
          </a:xfrm>
          <a:prstGeom prst="ellipse">
            <a:avLst/>
          </a:prstGeom>
          <a:solidFill>
            <a:srgbClr val="8A8577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457200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1640" y="46817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· 양산 준비 [필요시]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6817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[__개월]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749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[식약처/CE 등 인증 및 초기 양산 체계 구축]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Surearly IR Deck · Confidential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994392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Surearly와 함께, 여성 건강의 새로운 기준을 만듭니다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1E3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유치 규모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[__억원]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480560" y="237744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1E3E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희망 지분율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[__%]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1E3E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밸류에이션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[__억원]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[회사명] · [담당자 성명] · [이메일] · [연락처]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94392" y="6035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2026-09-20T12:02:29Z</dcterms:created>
  <dcterms:modified xsi:type="dcterms:W3CDTF">2026-09-20T12:02:29Z</dcterms:modified>
</cp:coreProperties>
</file>